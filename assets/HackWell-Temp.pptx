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ato" charset="1" panose="020F0502020204030203"/>
      <p:regular r:id="rId14"/>
    </p:embeddedFont>
    <p:embeddedFont>
      <p:font typeface="Lato Bold" charset="1" panose="020F0502020204030203"/>
      <p:regular r:id="rId15"/>
    </p:embeddedFont>
    <p:embeddedFont>
      <p:font typeface="Abril Fatface" charset="1" panose="020005030000000200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04222" y="3634596"/>
            <a:ext cx="9750800" cy="192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44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Idea Title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81720" y="-218676"/>
            <a:ext cx="1410420" cy="10724351"/>
            <a:chOff x="0" y="0"/>
            <a:chExt cx="371469" cy="28245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06754" y="227219"/>
            <a:ext cx="1362165" cy="1362165"/>
            <a:chOff x="0" y="0"/>
            <a:chExt cx="2137283" cy="21372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7283" cy="2137283"/>
            </a:xfrm>
            <a:custGeom>
              <a:avLst/>
              <a:gdLst/>
              <a:ahLst/>
              <a:cxnLst/>
              <a:rect r="r" b="b" t="t" l="l"/>
              <a:pathLst>
                <a:path h="2137283" w="2137283">
                  <a:moveTo>
                    <a:pt x="0" y="0"/>
                  </a:moveTo>
                  <a:lnTo>
                    <a:pt x="2137283" y="0"/>
                  </a:lnTo>
                  <a:lnTo>
                    <a:pt x="2137283" y="2137283"/>
                  </a:lnTo>
                  <a:lnTo>
                    <a:pt x="0" y="2137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313633" y="227219"/>
            <a:ext cx="1364001" cy="1362165"/>
          </a:xfrm>
          <a:custGeom>
            <a:avLst/>
            <a:gdLst/>
            <a:ahLst/>
            <a:cxnLst/>
            <a:rect r="r" b="b" t="t" l="l"/>
            <a:pathLst>
              <a:path h="1362165" w="1364001">
                <a:moveTo>
                  <a:pt x="0" y="0"/>
                </a:moveTo>
                <a:lnTo>
                  <a:pt x="1364001" y="0"/>
                </a:lnTo>
                <a:lnTo>
                  <a:pt x="1364001" y="1362165"/>
                </a:lnTo>
                <a:lnTo>
                  <a:pt x="0" y="13621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04222" y="6224815"/>
            <a:ext cx="7796040" cy="153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</a:pPr>
            <a:r>
              <a:rPr lang="en-US" sz="4264" b="true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Theme:</a:t>
            </a:r>
          </a:p>
          <a:p>
            <a:pPr algn="just">
              <a:lnSpc>
                <a:spcPts val="6269"/>
              </a:lnSpc>
            </a:pPr>
            <a:r>
              <a:rPr lang="en-US" b="true" sz="4264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Team Name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51371" y="198585"/>
            <a:ext cx="10297782" cy="127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7"/>
              </a:lnSpc>
              <a:spcBef>
                <a:spcPct val="0"/>
              </a:spcBef>
            </a:pPr>
            <a:r>
              <a:rPr lang="en-US" sz="7498" spc="-149">
                <a:solidFill>
                  <a:srgbClr val="253439"/>
                </a:solidFill>
                <a:latin typeface="Abril Fatface"/>
                <a:ea typeface="Abril Fatface"/>
                <a:cs typeface="Abril Fatface"/>
                <a:sym typeface="Abril Fatface"/>
              </a:rPr>
              <a:t>HACKWELL’ 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71575"/>
            <a:ext cx="7486517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Abstract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83753"/>
            <a:ext cx="4438650" cy="21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  <a:spcBef>
                <a:spcPct val="0"/>
              </a:spcBef>
            </a:pPr>
            <a:r>
              <a:rPr lang="en-US" sz="3095" spc="-61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 Ove</a:t>
            </a:r>
            <a:r>
              <a:rPr lang="en-US" sz="3095" spc="-61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rview of the problem</a:t>
            </a:r>
          </a:p>
          <a:p>
            <a:pPr algn="ctr">
              <a:lnSpc>
                <a:spcPts val="4333"/>
              </a:lnSpc>
              <a:spcBef>
                <a:spcPct val="0"/>
              </a:spcBef>
            </a:pPr>
          </a:p>
          <a:p>
            <a:pPr algn="just">
              <a:lnSpc>
                <a:spcPts val="4333"/>
              </a:lnSpc>
              <a:spcBef>
                <a:spcPct val="0"/>
              </a:spcBef>
            </a:pPr>
          </a:p>
          <a:p>
            <a:pPr algn="ctr">
              <a:lnSpc>
                <a:spcPts val="4333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629623" y="3400770"/>
            <a:ext cx="4636939" cy="4630698"/>
          </a:xfrm>
          <a:custGeom>
            <a:avLst/>
            <a:gdLst/>
            <a:ahLst/>
            <a:cxnLst/>
            <a:rect r="r" b="b" t="t" l="l"/>
            <a:pathLst>
              <a:path h="4630698" w="4636939">
                <a:moveTo>
                  <a:pt x="0" y="0"/>
                </a:moveTo>
                <a:lnTo>
                  <a:pt x="4636939" y="0"/>
                </a:lnTo>
                <a:lnTo>
                  <a:pt x="4636939" y="4630698"/>
                </a:lnTo>
                <a:lnTo>
                  <a:pt x="0" y="4630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25531" y="3400770"/>
            <a:ext cx="4636939" cy="4630698"/>
          </a:xfrm>
          <a:custGeom>
            <a:avLst/>
            <a:gdLst/>
            <a:ahLst/>
            <a:cxnLst/>
            <a:rect r="r" b="b" t="t" l="l"/>
            <a:pathLst>
              <a:path h="4630698" w="4636939">
                <a:moveTo>
                  <a:pt x="0" y="0"/>
                </a:moveTo>
                <a:lnTo>
                  <a:pt x="4636938" y="0"/>
                </a:lnTo>
                <a:lnTo>
                  <a:pt x="4636938" y="4630698"/>
                </a:lnTo>
                <a:lnTo>
                  <a:pt x="0" y="4630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93005"/>
            <a:ext cx="902198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68991"/>
            <a:ext cx="6453188" cy="606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0"/>
              </a:lnSpc>
            </a:pPr>
            <a:r>
              <a:rPr lang="en-US" sz="3834" spc="-76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just">
              <a:lnSpc>
                <a:spcPts val="6940"/>
              </a:lnSpc>
            </a:pPr>
            <a:r>
              <a:rPr lang="en-US" sz="3834" spc="-76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•Clearly describe the problem</a:t>
            </a:r>
          </a:p>
          <a:p>
            <a:pPr algn="just">
              <a:lnSpc>
                <a:spcPts val="6940"/>
              </a:lnSpc>
            </a:pPr>
            <a:r>
              <a:rPr lang="en-US" sz="3834" spc="-76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•Who is facing this problem?</a:t>
            </a:r>
          </a:p>
          <a:p>
            <a:pPr algn="just">
              <a:lnSpc>
                <a:spcPts val="6940"/>
              </a:lnSpc>
            </a:pPr>
            <a:r>
              <a:rPr lang="en-US" sz="3834" spc="-76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•Where and why does it occur?</a:t>
            </a:r>
          </a:p>
          <a:p>
            <a:pPr algn="just">
              <a:lnSpc>
                <a:spcPts val="6940"/>
              </a:lnSpc>
            </a:pPr>
            <a:r>
              <a:rPr lang="en-US" sz="3834" spc="-76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•Why is it important to solve?</a:t>
            </a:r>
          </a:p>
          <a:p>
            <a:pPr algn="just">
              <a:lnSpc>
                <a:spcPts val="6940"/>
              </a:lnSpc>
            </a:pPr>
            <a:r>
              <a:rPr lang="en-US" sz="3834" spc="-76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ctr">
              <a:lnSpc>
                <a:spcPts val="69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626" y="1171575"/>
            <a:ext cx="1335687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8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et</a:t>
            </a:r>
            <a:r>
              <a:rPr lang="en-US" sz="8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hodo</a:t>
            </a:r>
            <a:r>
              <a:rPr lang="en-US" sz="8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lo</a:t>
            </a:r>
            <a:r>
              <a:rPr lang="en-US" sz="8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626" y="3160878"/>
            <a:ext cx="10572998" cy="255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spc="-57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How Will It Work?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spc="-57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•Technologies / to</a:t>
            </a:r>
            <a:r>
              <a:rPr lang="en-US" sz="2899" spc="-57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ols used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spc="-57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(e.g., AI, IoT, Web, Mobile App, Hardware, etc.)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825531" y="3400770"/>
            <a:ext cx="4636939" cy="4630698"/>
          </a:xfrm>
          <a:custGeom>
            <a:avLst/>
            <a:gdLst/>
            <a:ahLst/>
            <a:cxnLst/>
            <a:rect r="r" b="b" t="t" l="l"/>
            <a:pathLst>
              <a:path h="4630698" w="4636939">
                <a:moveTo>
                  <a:pt x="0" y="0"/>
                </a:moveTo>
                <a:lnTo>
                  <a:pt x="4636938" y="0"/>
                </a:lnTo>
                <a:lnTo>
                  <a:pt x="4636938" y="4630698"/>
                </a:lnTo>
                <a:lnTo>
                  <a:pt x="0" y="4630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71575"/>
            <a:ext cx="635837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Archietecture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1446243" y="2850996"/>
            <a:ext cx="9946583" cy="286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9"/>
              </a:lnSpc>
            </a:pP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•Basic w</a:t>
            </a: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orkflow or system flow</a:t>
            </a:r>
          </a:p>
          <a:p>
            <a:pPr algn="ctr">
              <a:lnSpc>
                <a:spcPts val="5789"/>
              </a:lnSpc>
            </a:pP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            •Feasibility at student / prototype level</a:t>
            </a:r>
          </a:p>
          <a:p>
            <a:pPr algn="ctr">
              <a:lnSpc>
                <a:spcPts val="5789"/>
              </a:lnSpc>
            </a:pP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l">
              <a:lnSpc>
                <a:spcPts val="578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825531" y="3400770"/>
            <a:ext cx="4636939" cy="4630698"/>
          </a:xfrm>
          <a:custGeom>
            <a:avLst/>
            <a:gdLst/>
            <a:ahLst/>
            <a:cxnLst/>
            <a:rect r="r" b="b" t="t" l="l"/>
            <a:pathLst>
              <a:path h="4630698" w="4636939">
                <a:moveTo>
                  <a:pt x="0" y="0"/>
                </a:moveTo>
                <a:lnTo>
                  <a:pt x="4636938" y="0"/>
                </a:lnTo>
                <a:lnTo>
                  <a:pt x="4636938" y="4630698"/>
                </a:lnTo>
                <a:lnTo>
                  <a:pt x="0" y="4630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71575"/>
            <a:ext cx="609006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5634" y="2650511"/>
            <a:ext cx="9551014" cy="2538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6"/>
              </a:lnSpc>
            </a:pPr>
            <a:r>
              <a:rPr lang="en-US" sz="3957" spc="-7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957" spc="-7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•Brief explanation of the proposed solution</a:t>
            </a:r>
          </a:p>
          <a:p>
            <a:pPr algn="ctr">
              <a:lnSpc>
                <a:spcPts val="6886"/>
              </a:lnSpc>
            </a:pPr>
            <a:r>
              <a:rPr lang="en-US" sz="3957" spc="-7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•How does it solve the identified problem?</a:t>
            </a:r>
          </a:p>
          <a:p>
            <a:pPr algn="ctr">
              <a:lnSpc>
                <a:spcPts val="688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825531" y="3400770"/>
            <a:ext cx="4636939" cy="4630698"/>
          </a:xfrm>
          <a:custGeom>
            <a:avLst/>
            <a:gdLst/>
            <a:ahLst/>
            <a:cxnLst/>
            <a:rect r="r" b="b" t="t" l="l"/>
            <a:pathLst>
              <a:path h="4630698" w="4636939">
                <a:moveTo>
                  <a:pt x="0" y="0"/>
                </a:moveTo>
                <a:lnTo>
                  <a:pt x="4636938" y="0"/>
                </a:lnTo>
                <a:lnTo>
                  <a:pt x="4636938" y="4630698"/>
                </a:lnTo>
                <a:lnTo>
                  <a:pt x="0" y="4630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5026"/>
            <a:ext cx="609006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Uniquness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744977"/>
            <a:ext cx="9551014" cy="340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6"/>
              </a:lnSpc>
            </a:pPr>
            <a:r>
              <a:rPr lang="en-US" sz="3957" spc="-7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ctr">
              <a:lnSpc>
                <a:spcPts val="6886"/>
              </a:lnSpc>
            </a:pPr>
            <a:r>
              <a:rPr lang="en-US" sz="3957" spc="-7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•What makes your idea different or better?</a:t>
            </a:r>
          </a:p>
          <a:p>
            <a:pPr algn="ctr">
              <a:lnSpc>
                <a:spcPts val="6886"/>
              </a:lnSpc>
            </a:pPr>
          </a:p>
          <a:p>
            <a:pPr algn="ctr">
              <a:lnSpc>
                <a:spcPts val="688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825531" y="3400770"/>
            <a:ext cx="4636939" cy="4630698"/>
          </a:xfrm>
          <a:custGeom>
            <a:avLst/>
            <a:gdLst/>
            <a:ahLst/>
            <a:cxnLst/>
            <a:rect r="r" b="b" t="t" l="l"/>
            <a:pathLst>
              <a:path h="4630698" w="4636939">
                <a:moveTo>
                  <a:pt x="0" y="0"/>
                </a:moveTo>
                <a:lnTo>
                  <a:pt x="4636938" y="0"/>
                </a:lnTo>
                <a:lnTo>
                  <a:pt x="4636938" y="4630698"/>
                </a:lnTo>
                <a:lnTo>
                  <a:pt x="0" y="4630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71575"/>
            <a:ext cx="142037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Impact  &amp; Use Cases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11905"/>
            <a:ext cx="9495286" cy="353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7"/>
              </a:lnSpc>
            </a:pPr>
            <a:r>
              <a:rPr lang="en-US" sz="3299" spc="-65" b="true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Expected Impact</a:t>
            </a:r>
          </a:p>
          <a:p>
            <a:pPr algn="l">
              <a:lnSpc>
                <a:spcPts val="5579"/>
              </a:lnSpc>
            </a:pP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•Who will benefit fr</a:t>
            </a: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om this solution?</a:t>
            </a:r>
          </a:p>
          <a:p>
            <a:pPr algn="l">
              <a:lnSpc>
                <a:spcPts val="5579"/>
              </a:lnSpc>
            </a:pP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•Social / economic / environmental impact</a:t>
            </a:r>
          </a:p>
          <a:p>
            <a:pPr algn="l">
              <a:lnSpc>
                <a:spcPts val="5579"/>
              </a:lnSpc>
            </a:pP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•Possible real-world use cases</a:t>
            </a:r>
          </a:p>
          <a:p>
            <a:pPr algn="l">
              <a:lnSpc>
                <a:spcPts val="557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825531" y="3400770"/>
            <a:ext cx="4636939" cy="4630698"/>
          </a:xfrm>
          <a:custGeom>
            <a:avLst/>
            <a:gdLst/>
            <a:ahLst/>
            <a:cxnLst/>
            <a:rect r="r" b="b" t="t" l="l"/>
            <a:pathLst>
              <a:path h="4630698" w="4636939">
                <a:moveTo>
                  <a:pt x="0" y="0"/>
                </a:moveTo>
                <a:lnTo>
                  <a:pt x="4636938" y="0"/>
                </a:lnTo>
                <a:lnTo>
                  <a:pt x="4636938" y="4630698"/>
                </a:lnTo>
                <a:lnTo>
                  <a:pt x="0" y="4630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DAG_textZY4</dc:identifier>
  <dcterms:modified xsi:type="dcterms:W3CDTF">2011-08-01T06:04:30Z</dcterms:modified>
  <cp:revision>1</cp:revision>
  <dc:title>Hackwell'26</dc:title>
</cp:coreProperties>
</file>